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3" r:id="rId9"/>
    <p:sldId id="264" r:id="rId10"/>
    <p:sldId id="26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B67E77-D8EE-4086-899D-C246E9803A9B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BE7E56A-7BF8-4CE6-A190-FA4BA64EDFF4}">
      <dgm:prSet phldrT="[Texto]"/>
      <dgm:spPr/>
      <dgm:t>
        <a:bodyPr/>
        <a:lstStyle/>
        <a:p>
          <a:r>
            <a:rPr lang="pt-BR" dirty="0"/>
            <a:t>1</a:t>
          </a:r>
        </a:p>
      </dgm:t>
    </dgm:pt>
    <dgm:pt modelId="{3D89231E-A7BF-446C-918F-33B91FB21A0E}" type="parTrans" cxnId="{CEC4DD10-29A3-4661-93A8-CBA2486C0298}">
      <dgm:prSet/>
      <dgm:spPr/>
      <dgm:t>
        <a:bodyPr/>
        <a:lstStyle/>
        <a:p>
          <a:endParaRPr lang="pt-BR"/>
        </a:p>
      </dgm:t>
    </dgm:pt>
    <dgm:pt modelId="{A8BDAAC3-1957-493E-AB60-454F2E10DA24}" type="sibTrans" cxnId="{CEC4DD10-29A3-4661-93A8-CBA2486C0298}">
      <dgm:prSet/>
      <dgm:spPr/>
      <dgm:t>
        <a:bodyPr/>
        <a:lstStyle/>
        <a:p>
          <a:endParaRPr lang="pt-BR"/>
        </a:p>
      </dgm:t>
    </dgm:pt>
    <dgm:pt modelId="{41884DE5-A9FE-4214-827D-8FFD9C6A835B}">
      <dgm:prSet phldrT="[Texto]"/>
      <dgm:spPr/>
      <dgm:t>
        <a:bodyPr/>
        <a:lstStyle/>
        <a:p>
          <a:r>
            <a:rPr lang="pt-BR" b="1" dirty="0"/>
            <a:t>Sequência</a:t>
          </a:r>
          <a:endParaRPr lang="pt-BR" dirty="0"/>
        </a:p>
      </dgm:t>
    </dgm:pt>
    <dgm:pt modelId="{1957C60D-5F8A-4925-A6F4-EF1EAD085E55}" type="parTrans" cxnId="{653A65F6-BF67-468E-8ED4-32682639ECD9}">
      <dgm:prSet/>
      <dgm:spPr/>
      <dgm:t>
        <a:bodyPr/>
        <a:lstStyle/>
        <a:p>
          <a:endParaRPr lang="pt-BR"/>
        </a:p>
      </dgm:t>
    </dgm:pt>
    <dgm:pt modelId="{6CED1313-1E2D-43EC-A1BA-E39DCF80035E}" type="sibTrans" cxnId="{653A65F6-BF67-468E-8ED4-32682639ECD9}">
      <dgm:prSet/>
      <dgm:spPr/>
      <dgm:t>
        <a:bodyPr/>
        <a:lstStyle/>
        <a:p>
          <a:endParaRPr lang="pt-BR"/>
        </a:p>
      </dgm:t>
    </dgm:pt>
    <dgm:pt modelId="{13EE43D5-B682-4399-B935-2CA6E00D9060}">
      <dgm:prSet phldrT="[Texto]"/>
      <dgm:spPr/>
      <dgm:t>
        <a:bodyPr/>
        <a:lstStyle/>
        <a:p>
          <a:r>
            <a:rPr lang="pt-BR" dirty="0"/>
            <a:t>Passos ordenados e precisos.</a:t>
          </a:r>
        </a:p>
      </dgm:t>
    </dgm:pt>
    <dgm:pt modelId="{B4500271-8DAD-4F7E-8B79-76E1F33E9050}" type="parTrans" cxnId="{36087765-C4BE-4A05-B428-0338DD2F2277}">
      <dgm:prSet/>
      <dgm:spPr/>
      <dgm:t>
        <a:bodyPr/>
        <a:lstStyle/>
        <a:p>
          <a:endParaRPr lang="pt-BR"/>
        </a:p>
      </dgm:t>
    </dgm:pt>
    <dgm:pt modelId="{536D63F8-A192-4767-BE75-6D78DC918BA7}" type="sibTrans" cxnId="{36087765-C4BE-4A05-B428-0338DD2F2277}">
      <dgm:prSet/>
      <dgm:spPr/>
      <dgm:t>
        <a:bodyPr/>
        <a:lstStyle/>
        <a:p>
          <a:endParaRPr lang="pt-BR"/>
        </a:p>
      </dgm:t>
    </dgm:pt>
    <dgm:pt modelId="{E173BBF1-A450-44A0-906B-53CCC17A555A}">
      <dgm:prSet phldrT="[Texto]"/>
      <dgm:spPr/>
      <dgm:t>
        <a:bodyPr/>
        <a:lstStyle/>
        <a:p>
          <a:r>
            <a:rPr lang="pt-BR" dirty="0"/>
            <a:t>2</a:t>
          </a:r>
        </a:p>
      </dgm:t>
    </dgm:pt>
    <dgm:pt modelId="{95E7BC2C-5067-49BD-A1D2-CE9CD4AB4502}" type="parTrans" cxnId="{F5678D1C-6DD9-41FE-9236-1CC51D60F998}">
      <dgm:prSet/>
      <dgm:spPr/>
      <dgm:t>
        <a:bodyPr/>
        <a:lstStyle/>
        <a:p>
          <a:endParaRPr lang="pt-BR"/>
        </a:p>
      </dgm:t>
    </dgm:pt>
    <dgm:pt modelId="{E78D53F2-B2BA-4E36-9BBE-C001C5C5B93E}" type="sibTrans" cxnId="{F5678D1C-6DD9-41FE-9236-1CC51D60F998}">
      <dgm:prSet/>
      <dgm:spPr/>
      <dgm:t>
        <a:bodyPr/>
        <a:lstStyle/>
        <a:p>
          <a:endParaRPr lang="pt-BR"/>
        </a:p>
      </dgm:t>
    </dgm:pt>
    <dgm:pt modelId="{FA9AA857-71CF-439F-98F4-29CE1C3D7335}">
      <dgm:prSet phldrT="[Texto]"/>
      <dgm:spPr/>
      <dgm:t>
        <a:bodyPr/>
        <a:lstStyle/>
        <a:p>
          <a:r>
            <a:rPr lang="pt-BR" b="1" dirty="0"/>
            <a:t>Finitude</a:t>
          </a:r>
        </a:p>
      </dgm:t>
    </dgm:pt>
    <dgm:pt modelId="{6C856A01-EEBA-4A88-9A03-8B567FB54D76}" type="parTrans" cxnId="{C2588326-C149-4C28-9349-80756B28120C}">
      <dgm:prSet/>
      <dgm:spPr/>
      <dgm:t>
        <a:bodyPr/>
        <a:lstStyle/>
        <a:p>
          <a:endParaRPr lang="pt-BR"/>
        </a:p>
      </dgm:t>
    </dgm:pt>
    <dgm:pt modelId="{E94EEA90-9058-4C3F-857E-5EE0124F2094}" type="sibTrans" cxnId="{C2588326-C149-4C28-9349-80756B28120C}">
      <dgm:prSet/>
      <dgm:spPr/>
      <dgm:t>
        <a:bodyPr/>
        <a:lstStyle/>
        <a:p>
          <a:endParaRPr lang="pt-BR"/>
        </a:p>
      </dgm:t>
    </dgm:pt>
    <dgm:pt modelId="{6CB6A7BF-D878-4938-B9F0-7FF4A932FA63}">
      <dgm:prSet phldrT="[Texto]"/>
      <dgm:spPr/>
      <dgm:t>
        <a:bodyPr/>
        <a:lstStyle/>
        <a:p>
          <a:r>
            <a:rPr lang="pt-BR" dirty="0"/>
            <a:t>Número definidos de passos</a:t>
          </a:r>
        </a:p>
      </dgm:t>
    </dgm:pt>
    <dgm:pt modelId="{6F05E863-23FD-43F1-8E57-241D8D6B43F2}" type="parTrans" cxnId="{D7A703A2-F763-4E3D-BEF5-A0514219A545}">
      <dgm:prSet/>
      <dgm:spPr/>
      <dgm:t>
        <a:bodyPr/>
        <a:lstStyle/>
        <a:p>
          <a:endParaRPr lang="pt-BR"/>
        </a:p>
      </dgm:t>
    </dgm:pt>
    <dgm:pt modelId="{215FD46C-905C-4893-AE24-C6CFFF353E1A}" type="sibTrans" cxnId="{D7A703A2-F763-4E3D-BEF5-A0514219A545}">
      <dgm:prSet/>
      <dgm:spPr/>
      <dgm:t>
        <a:bodyPr/>
        <a:lstStyle/>
        <a:p>
          <a:endParaRPr lang="pt-BR"/>
        </a:p>
      </dgm:t>
    </dgm:pt>
    <dgm:pt modelId="{DA4C178D-796F-4F0B-B81F-D83961AEA5D7}">
      <dgm:prSet phldrT="[Texto]"/>
      <dgm:spPr/>
      <dgm:t>
        <a:bodyPr/>
        <a:lstStyle/>
        <a:p>
          <a:r>
            <a:rPr lang="pt-BR" dirty="0"/>
            <a:t>3</a:t>
          </a:r>
        </a:p>
      </dgm:t>
    </dgm:pt>
    <dgm:pt modelId="{C4D66350-6E40-435C-8DA3-9C5538CA58F0}" type="sibTrans" cxnId="{009BF5D4-F6EF-44FC-9725-E0B4F6BD06BC}">
      <dgm:prSet/>
      <dgm:spPr/>
      <dgm:t>
        <a:bodyPr/>
        <a:lstStyle/>
        <a:p>
          <a:endParaRPr lang="pt-BR"/>
        </a:p>
      </dgm:t>
    </dgm:pt>
    <dgm:pt modelId="{21E5F023-009F-479A-8F16-AEA66CA5CAC4}" type="parTrans" cxnId="{009BF5D4-F6EF-44FC-9725-E0B4F6BD06BC}">
      <dgm:prSet/>
      <dgm:spPr/>
      <dgm:t>
        <a:bodyPr/>
        <a:lstStyle/>
        <a:p>
          <a:endParaRPr lang="pt-BR"/>
        </a:p>
      </dgm:t>
    </dgm:pt>
    <dgm:pt modelId="{44F60C12-CD91-45BB-B900-BB44905D9B30}">
      <dgm:prSet phldrT="[Texto]"/>
      <dgm:spPr/>
      <dgm:t>
        <a:bodyPr/>
        <a:lstStyle/>
        <a:p>
          <a:r>
            <a:rPr lang="pt-BR" b="1" dirty="0"/>
            <a:t>Definição</a:t>
          </a:r>
        </a:p>
      </dgm:t>
    </dgm:pt>
    <dgm:pt modelId="{1E74395E-FB11-4414-BB19-1514C5DD3B31}" type="parTrans" cxnId="{25EC951E-E00F-41F9-80D4-C0F791520A84}">
      <dgm:prSet/>
      <dgm:spPr/>
      <dgm:t>
        <a:bodyPr/>
        <a:lstStyle/>
        <a:p>
          <a:endParaRPr lang="pt-BR"/>
        </a:p>
      </dgm:t>
    </dgm:pt>
    <dgm:pt modelId="{00E80B04-4A2B-49CC-BE65-1C0FABE79496}" type="sibTrans" cxnId="{25EC951E-E00F-41F9-80D4-C0F791520A84}">
      <dgm:prSet/>
      <dgm:spPr/>
      <dgm:t>
        <a:bodyPr/>
        <a:lstStyle/>
        <a:p>
          <a:endParaRPr lang="pt-BR"/>
        </a:p>
      </dgm:t>
    </dgm:pt>
    <dgm:pt modelId="{E4F62D1D-4378-45AB-A4C6-A076D95C6C30}">
      <dgm:prSet phldrT="[Texto]"/>
      <dgm:spPr/>
      <dgm:t>
        <a:bodyPr/>
        <a:lstStyle/>
        <a:p>
          <a:r>
            <a:rPr lang="pt-BR" dirty="0"/>
            <a:t>Instruções claras e não ambígua.</a:t>
          </a:r>
        </a:p>
      </dgm:t>
    </dgm:pt>
    <dgm:pt modelId="{5128B5FB-6890-44B0-884B-D1C55EE7838A}" type="parTrans" cxnId="{5FCD167A-8238-4724-9E31-DFAC2D2A3EDD}">
      <dgm:prSet/>
      <dgm:spPr/>
      <dgm:t>
        <a:bodyPr/>
        <a:lstStyle/>
        <a:p>
          <a:endParaRPr lang="pt-BR"/>
        </a:p>
      </dgm:t>
    </dgm:pt>
    <dgm:pt modelId="{C965A4E7-FF50-4237-9FE8-E85CDA6E08D9}" type="sibTrans" cxnId="{5FCD167A-8238-4724-9E31-DFAC2D2A3EDD}">
      <dgm:prSet/>
      <dgm:spPr/>
      <dgm:t>
        <a:bodyPr/>
        <a:lstStyle/>
        <a:p>
          <a:endParaRPr lang="pt-BR"/>
        </a:p>
      </dgm:t>
    </dgm:pt>
    <dgm:pt modelId="{C471867C-0359-4C4A-8749-1A7B3D5B1BAF}" type="pres">
      <dgm:prSet presAssocID="{76B67E77-D8EE-4086-899D-C246E9803A9B}" presName="list" presStyleCnt="0">
        <dgm:presLayoutVars>
          <dgm:dir/>
          <dgm:animLvl val="lvl"/>
        </dgm:presLayoutVars>
      </dgm:prSet>
      <dgm:spPr/>
    </dgm:pt>
    <dgm:pt modelId="{2D1ECBA0-535E-4C09-9B6A-5AF768330E9A}" type="pres">
      <dgm:prSet presAssocID="{9BE7E56A-7BF8-4CE6-A190-FA4BA64EDFF4}" presName="posSpace" presStyleCnt="0"/>
      <dgm:spPr/>
    </dgm:pt>
    <dgm:pt modelId="{0E449F8D-B3C2-4E44-A3C1-946287FB16BF}" type="pres">
      <dgm:prSet presAssocID="{9BE7E56A-7BF8-4CE6-A190-FA4BA64EDFF4}" presName="vertFlow" presStyleCnt="0"/>
      <dgm:spPr/>
    </dgm:pt>
    <dgm:pt modelId="{CF3A79CB-5368-413E-971F-0A0EE11FB552}" type="pres">
      <dgm:prSet presAssocID="{9BE7E56A-7BF8-4CE6-A190-FA4BA64EDFF4}" presName="topSpace" presStyleCnt="0"/>
      <dgm:spPr/>
    </dgm:pt>
    <dgm:pt modelId="{EB520146-0C36-4713-8875-B491284A6AC4}" type="pres">
      <dgm:prSet presAssocID="{9BE7E56A-7BF8-4CE6-A190-FA4BA64EDFF4}" presName="firstComp" presStyleCnt="0"/>
      <dgm:spPr/>
    </dgm:pt>
    <dgm:pt modelId="{CBD56AC5-840B-4BF7-94C1-B89BEEEAC1F6}" type="pres">
      <dgm:prSet presAssocID="{9BE7E56A-7BF8-4CE6-A190-FA4BA64EDFF4}" presName="firstChild" presStyleLbl="bgAccFollowNode1" presStyleIdx="0" presStyleCnt="6"/>
      <dgm:spPr/>
    </dgm:pt>
    <dgm:pt modelId="{6890AF55-011B-42C7-9028-3262549CB4AD}" type="pres">
      <dgm:prSet presAssocID="{9BE7E56A-7BF8-4CE6-A190-FA4BA64EDFF4}" presName="firstChildTx" presStyleLbl="bgAccFollowNode1" presStyleIdx="0" presStyleCnt="6">
        <dgm:presLayoutVars>
          <dgm:bulletEnabled val="1"/>
        </dgm:presLayoutVars>
      </dgm:prSet>
      <dgm:spPr/>
    </dgm:pt>
    <dgm:pt modelId="{11AB0FA3-5133-4BC6-BD7E-941A2B4E89FE}" type="pres">
      <dgm:prSet presAssocID="{13EE43D5-B682-4399-B935-2CA6E00D9060}" presName="comp" presStyleCnt="0"/>
      <dgm:spPr/>
    </dgm:pt>
    <dgm:pt modelId="{7A9D7D8A-F6B7-4596-A879-ECE8EF2A78AF}" type="pres">
      <dgm:prSet presAssocID="{13EE43D5-B682-4399-B935-2CA6E00D9060}" presName="child" presStyleLbl="bgAccFollowNode1" presStyleIdx="1" presStyleCnt="6"/>
      <dgm:spPr/>
    </dgm:pt>
    <dgm:pt modelId="{286B636C-9944-4149-BC1D-BEA1086B6417}" type="pres">
      <dgm:prSet presAssocID="{13EE43D5-B682-4399-B935-2CA6E00D9060}" presName="childTx" presStyleLbl="bgAccFollowNode1" presStyleIdx="1" presStyleCnt="6">
        <dgm:presLayoutVars>
          <dgm:bulletEnabled val="1"/>
        </dgm:presLayoutVars>
      </dgm:prSet>
      <dgm:spPr/>
    </dgm:pt>
    <dgm:pt modelId="{5A0AA727-58A3-4D9E-A3C2-13CE193A89C5}" type="pres">
      <dgm:prSet presAssocID="{9BE7E56A-7BF8-4CE6-A190-FA4BA64EDFF4}" presName="negSpace" presStyleCnt="0"/>
      <dgm:spPr/>
    </dgm:pt>
    <dgm:pt modelId="{75EB1244-EC93-4BB4-A3FE-B1C641575C5D}" type="pres">
      <dgm:prSet presAssocID="{9BE7E56A-7BF8-4CE6-A190-FA4BA64EDFF4}" presName="circle" presStyleLbl="node1" presStyleIdx="0" presStyleCnt="3"/>
      <dgm:spPr/>
    </dgm:pt>
    <dgm:pt modelId="{14D3CF93-CEC4-4FFD-86FE-2BDE6D29CA81}" type="pres">
      <dgm:prSet presAssocID="{A8BDAAC3-1957-493E-AB60-454F2E10DA24}" presName="transSpace" presStyleCnt="0"/>
      <dgm:spPr/>
    </dgm:pt>
    <dgm:pt modelId="{4EEDFB16-6C0C-4350-8A88-F8F6A1DE6FC9}" type="pres">
      <dgm:prSet presAssocID="{E173BBF1-A450-44A0-906B-53CCC17A555A}" presName="posSpace" presStyleCnt="0"/>
      <dgm:spPr/>
    </dgm:pt>
    <dgm:pt modelId="{DAD15F23-8E93-4C06-B237-9E44F9D765BA}" type="pres">
      <dgm:prSet presAssocID="{E173BBF1-A450-44A0-906B-53CCC17A555A}" presName="vertFlow" presStyleCnt="0"/>
      <dgm:spPr/>
    </dgm:pt>
    <dgm:pt modelId="{5FADE1C8-6CA1-4D39-8319-A69AEA8F2E43}" type="pres">
      <dgm:prSet presAssocID="{E173BBF1-A450-44A0-906B-53CCC17A555A}" presName="topSpace" presStyleCnt="0"/>
      <dgm:spPr/>
    </dgm:pt>
    <dgm:pt modelId="{D5B04751-A3BF-4F66-BBC2-E689E93DFC82}" type="pres">
      <dgm:prSet presAssocID="{E173BBF1-A450-44A0-906B-53CCC17A555A}" presName="firstComp" presStyleCnt="0"/>
      <dgm:spPr/>
    </dgm:pt>
    <dgm:pt modelId="{3FBB5B07-5604-4172-8E1D-357990193670}" type="pres">
      <dgm:prSet presAssocID="{E173BBF1-A450-44A0-906B-53CCC17A555A}" presName="firstChild" presStyleLbl="bgAccFollowNode1" presStyleIdx="2" presStyleCnt="6"/>
      <dgm:spPr/>
    </dgm:pt>
    <dgm:pt modelId="{9DE8596A-C5CC-40BC-AD98-BA98A89E60C5}" type="pres">
      <dgm:prSet presAssocID="{E173BBF1-A450-44A0-906B-53CCC17A555A}" presName="firstChildTx" presStyleLbl="bgAccFollowNode1" presStyleIdx="2" presStyleCnt="6">
        <dgm:presLayoutVars>
          <dgm:bulletEnabled val="1"/>
        </dgm:presLayoutVars>
      </dgm:prSet>
      <dgm:spPr/>
    </dgm:pt>
    <dgm:pt modelId="{70E115EE-6FD2-48B2-BB3C-0571BA4B27BD}" type="pres">
      <dgm:prSet presAssocID="{6CB6A7BF-D878-4938-B9F0-7FF4A932FA63}" presName="comp" presStyleCnt="0"/>
      <dgm:spPr/>
    </dgm:pt>
    <dgm:pt modelId="{F8107E11-B792-4259-9CE4-A567676DBB05}" type="pres">
      <dgm:prSet presAssocID="{6CB6A7BF-D878-4938-B9F0-7FF4A932FA63}" presName="child" presStyleLbl="bgAccFollowNode1" presStyleIdx="3" presStyleCnt="6"/>
      <dgm:spPr/>
    </dgm:pt>
    <dgm:pt modelId="{D0EDA563-A476-4894-930B-2243249CA67E}" type="pres">
      <dgm:prSet presAssocID="{6CB6A7BF-D878-4938-B9F0-7FF4A932FA63}" presName="childTx" presStyleLbl="bgAccFollowNode1" presStyleIdx="3" presStyleCnt="6">
        <dgm:presLayoutVars>
          <dgm:bulletEnabled val="1"/>
        </dgm:presLayoutVars>
      </dgm:prSet>
      <dgm:spPr/>
    </dgm:pt>
    <dgm:pt modelId="{E54D1C56-D1E3-46D8-9421-DF279D3CB774}" type="pres">
      <dgm:prSet presAssocID="{E173BBF1-A450-44A0-906B-53CCC17A555A}" presName="negSpace" presStyleCnt="0"/>
      <dgm:spPr/>
    </dgm:pt>
    <dgm:pt modelId="{BE986E21-ADF7-4C2F-8886-F35398077FC2}" type="pres">
      <dgm:prSet presAssocID="{E173BBF1-A450-44A0-906B-53CCC17A555A}" presName="circle" presStyleLbl="node1" presStyleIdx="1" presStyleCnt="3"/>
      <dgm:spPr/>
    </dgm:pt>
    <dgm:pt modelId="{AA1CC563-2B22-4225-B287-E9C60137E827}" type="pres">
      <dgm:prSet presAssocID="{E78D53F2-B2BA-4E36-9BBE-C001C5C5B93E}" presName="transSpace" presStyleCnt="0"/>
      <dgm:spPr/>
    </dgm:pt>
    <dgm:pt modelId="{2C765AC0-3666-4DBE-987C-74D628E5955E}" type="pres">
      <dgm:prSet presAssocID="{DA4C178D-796F-4F0B-B81F-D83961AEA5D7}" presName="posSpace" presStyleCnt="0"/>
      <dgm:spPr/>
    </dgm:pt>
    <dgm:pt modelId="{E28AF7B9-318C-48CB-961D-9A491710874F}" type="pres">
      <dgm:prSet presAssocID="{DA4C178D-796F-4F0B-B81F-D83961AEA5D7}" presName="vertFlow" presStyleCnt="0"/>
      <dgm:spPr/>
    </dgm:pt>
    <dgm:pt modelId="{ABA6340E-8AD4-464D-9EE5-1B548D5CC4E4}" type="pres">
      <dgm:prSet presAssocID="{DA4C178D-796F-4F0B-B81F-D83961AEA5D7}" presName="topSpace" presStyleCnt="0"/>
      <dgm:spPr/>
    </dgm:pt>
    <dgm:pt modelId="{E871FD84-3AE9-433D-9A8C-D13232277709}" type="pres">
      <dgm:prSet presAssocID="{DA4C178D-796F-4F0B-B81F-D83961AEA5D7}" presName="firstComp" presStyleCnt="0"/>
      <dgm:spPr/>
    </dgm:pt>
    <dgm:pt modelId="{9451C6A8-7036-41EE-82A0-526BE0595E51}" type="pres">
      <dgm:prSet presAssocID="{DA4C178D-796F-4F0B-B81F-D83961AEA5D7}" presName="firstChild" presStyleLbl="bgAccFollowNode1" presStyleIdx="4" presStyleCnt="6"/>
      <dgm:spPr/>
    </dgm:pt>
    <dgm:pt modelId="{8ED2BDBB-B07B-4B03-98BA-772FC4820233}" type="pres">
      <dgm:prSet presAssocID="{DA4C178D-796F-4F0B-B81F-D83961AEA5D7}" presName="firstChildTx" presStyleLbl="bgAccFollowNode1" presStyleIdx="4" presStyleCnt="6">
        <dgm:presLayoutVars>
          <dgm:bulletEnabled val="1"/>
        </dgm:presLayoutVars>
      </dgm:prSet>
      <dgm:spPr/>
    </dgm:pt>
    <dgm:pt modelId="{AA2D0B57-AEED-4882-8463-D0EC2D22F151}" type="pres">
      <dgm:prSet presAssocID="{E4F62D1D-4378-45AB-A4C6-A076D95C6C30}" presName="comp" presStyleCnt="0"/>
      <dgm:spPr/>
    </dgm:pt>
    <dgm:pt modelId="{03607D73-C819-4270-BB26-32575CB414AD}" type="pres">
      <dgm:prSet presAssocID="{E4F62D1D-4378-45AB-A4C6-A076D95C6C30}" presName="child" presStyleLbl="bgAccFollowNode1" presStyleIdx="5" presStyleCnt="6"/>
      <dgm:spPr/>
    </dgm:pt>
    <dgm:pt modelId="{32978527-6351-41A2-ACC4-28B58E30DE44}" type="pres">
      <dgm:prSet presAssocID="{E4F62D1D-4378-45AB-A4C6-A076D95C6C30}" presName="childTx" presStyleLbl="bgAccFollowNode1" presStyleIdx="5" presStyleCnt="6">
        <dgm:presLayoutVars>
          <dgm:bulletEnabled val="1"/>
        </dgm:presLayoutVars>
      </dgm:prSet>
      <dgm:spPr/>
    </dgm:pt>
    <dgm:pt modelId="{E2348050-5509-403D-AFCE-E3E6DECD5049}" type="pres">
      <dgm:prSet presAssocID="{DA4C178D-796F-4F0B-B81F-D83961AEA5D7}" presName="negSpace" presStyleCnt="0"/>
      <dgm:spPr/>
    </dgm:pt>
    <dgm:pt modelId="{3502FED9-302B-4203-A83E-8425FE01F281}" type="pres">
      <dgm:prSet presAssocID="{DA4C178D-796F-4F0B-B81F-D83961AEA5D7}" presName="circle" presStyleLbl="node1" presStyleIdx="2" presStyleCnt="3"/>
      <dgm:spPr/>
    </dgm:pt>
  </dgm:ptLst>
  <dgm:cxnLst>
    <dgm:cxn modelId="{F17E4C10-53BF-45EE-A4CD-882ECB3BE4F7}" type="presOf" srcId="{6CB6A7BF-D878-4938-B9F0-7FF4A932FA63}" destId="{D0EDA563-A476-4894-930B-2243249CA67E}" srcOrd="1" destOrd="0" presId="urn:microsoft.com/office/officeart/2005/8/layout/hList9"/>
    <dgm:cxn modelId="{CEC4DD10-29A3-4661-93A8-CBA2486C0298}" srcId="{76B67E77-D8EE-4086-899D-C246E9803A9B}" destId="{9BE7E56A-7BF8-4CE6-A190-FA4BA64EDFF4}" srcOrd="0" destOrd="0" parTransId="{3D89231E-A7BF-446C-918F-33B91FB21A0E}" sibTransId="{A8BDAAC3-1957-493E-AB60-454F2E10DA24}"/>
    <dgm:cxn modelId="{47A01D15-2A2B-4AA9-A0A3-251C197E6294}" type="presOf" srcId="{44F60C12-CD91-45BB-B900-BB44905D9B30}" destId="{8ED2BDBB-B07B-4B03-98BA-772FC4820233}" srcOrd="1" destOrd="0" presId="urn:microsoft.com/office/officeart/2005/8/layout/hList9"/>
    <dgm:cxn modelId="{F5678D1C-6DD9-41FE-9236-1CC51D60F998}" srcId="{76B67E77-D8EE-4086-899D-C246E9803A9B}" destId="{E173BBF1-A450-44A0-906B-53CCC17A555A}" srcOrd="1" destOrd="0" parTransId="{95E7BC2C-5067-49BD-A1D2-CE9CD4AB4502}" sibTransId="{E78D53F2-B2BA-4E36-9BBE-C001C5C5B93E}"/>
    <dgm:cxn modelId="{25EC951E-E00F-41F9-80D4-C0F791520A84}" srcId="{DA4C178D-796F-4F0B-B81F-D83961AEA5D7}" destId="{44F60C12-CD91-45BB-B900-BB44905D9B30}" srcOrd="0" destOrd="0" parTransId="{1E74395E-FB11-4414-BB19-1514C5DD3B31}" sibTransId="{00E80B04-4A2B-49CC-BE65-1C0FABE79496}"/>
    <dgm:cxn modelId="{2B40FB20-79FD-450E-8E4C-5EB38307EA2B}" type="presOf" srcId="{13EE43D5-B682-4399-B935-2CA6E00D9060}" destId="{286B636C-9944-4149-BC1D-BEA1086B6417}" srcOrd="1" destOrd="0" presId="urn:microsoft.com/office/officeart/2005/8/layout/hList9"/>
    <dgm:cxn modelId="{14CE6F22-FD2E-4189-BEA5-FFBD35E8C549}" type="presOf" srcId="{DA4C178D-796F-4F0B-B81F-D83961AEA5D7}" destId="{3502FED9-302B-4203-A83E-8425FE01F281}" srcOrd="0" destOrd="0" presId="urn:microsoft.com/office/officeart/2005/8/layout/hList9"/>
    <dgm:cxn modelId="{C2588326-C149-4C28-9349-80756B28120C}" srcId="{E173BBF1-A450-44A0-906B-53CCC17A555A}" destId="{FA9AA857-71CF-439F-98F4-29CE1C3D7335}" srcOrd="0" destOrd="0" parTransId="{6C856A01-EEBA-4A88-9A03-8B567FB54D76}" sibTransId="{E94EEA90-9058-4C3F-857E-5EE0124F2094}"/>
    <dgm:cxn modelId="{1D30DA2F-D99E-4899-BB90-7E8C64827C16}" type="presOf" srcId="{13EE43D5-B682-4399-B935-2CA6E00D9060}" destId="{7A9D7D8A-F6B7-4596-A879-ECE8EF2A78AF}" srcOrd="0" destOrd="0" presId="urn:microsoft.com/office/officeart/2005/8/layout/hList9"/>
    <dgm:cxn modelId="{7C0EF136-AD14-495B-BFFB-6D89DD444603}" type="presOf" srcId="{E4F62D1D-4378-45AB-A4C6-A076D95C6C30}" destId="{03607D73-C819-4270-BB26-32575CB414AD}" srcOrd="0" destOrd="0" presId="urn:microsoft.com/office/officeart/2005/8/layout/hList9"/>
    <dgm:cxn modelId="{D553FB38-133E-4EE6-9CF1-6B8AFCC77E1D}" type="presOf" srcId="{FA9AA857-71CF-439F-98F4-29CE1C3D7335}" destId="{3FBB5B07-5604-4172-8E1D-357990193670}" srcOrd="0" destOrd="0" presId="urn:microsoft.com/office/officeart/2005/8/layout/hList9"/>
    <dgm:cxn modelId="{36087765-C4BE-4A05-B428-0338DD2F2277}" srcId="{9BE7E56A-7BF8-4CE6-A190-FA4BA64EDFF4}" destId="{13EE43D5-B682-4399-B935-2CA6E00D9060}" srcOrd="1" destOrd="0" parTransId="{B4500271-8DAD-4F7E-8B79-76E1F33E9050}" sibTransId="{536D63F8-A192-4767-BE75-6D78DC918BA7}"/>
    <dgm:cxn modelId="{BA957567-CD9B-41EB-BE97-C80F357F0AF4}" type="presOf" srcId="{44F60C12-CD91-45BB-B900-BB44905D9B30}" destId="{9451C6A8-7036-41EE-82A0-526BE0595E51}" srcOrd="0" destOrd="0" presId="urn:microsoft.com/office/officeart/2005/8/layout/hList9"/>
    <dgm:cxn modelId="{11061969-65EC-4B11-87DF-D871ACB9C422}" type="presOf" srcId="{6CB6A7BF-D878-4938-B9F0-7FF4A932FA63}" destId="{F8107E11-B792-4259-9CE4-A567676DBB05}" srcOrd="0" destOrd="0" presId="urn:microsoft.com/office/officeart/2005/8/layout/hList9"/>
    <dgm:cxn modelId="{B295BA6C-2E52-49D1-93F3-368B9A45B9B3}" type="presOf" srcId="{E4F62D1D-4378-45AB-A4C6-A076D95C6C30}" destId="{32978527-6351-41A2-ACC4-28B58E30DE44}" srcOrd="1" destOrd="0" presId="urn:microsoft.com/office/officeart/2005/8/layout/hList9"/>
    <dgm:cxn modelId="{5FCD167A-8238-4724-9E31-DFAC2D2A3EDD}" srcId="{DA4C178D-796F-4F0B-B81F-D83961AEA5D7}" destId="{E4F62D1D-4378-45AB-A4C6-A076D95C6C30}" srcOrd="1" destOrd="0" parTransId="{5128B5FB-6890-44B0-884B-D1C55EE7838A}" sibTransId="{C965A4E7-FF50-4237-9FE8-E85CDA6E08D9}"/>
    <dgm:cxn modelId="{8095218F-FC23-4AE7-A4D9-6BD5E0DCAB94}" type="presOf" srcId="{41884DE5-A9FE-4214-827D-8FFD9C6A835B}" destId="{6890AF55-011B-42C7-9028-3262549CB4AD}" srcOrd="1" destOrd="0" presId="urn:microsoft.com/office/officeart/2005/8/layout/hList9"/>
    <dgm:cxn modelId="{D7A703A2-F763-4E3D-BEF5-A0514219A545}" srcId="{E173BBF1-A450-44A0-906B-53CCC17A555A}" destId="{6CB6A7BF-D878-4938-B9F0-7FF4A932FA63}" srcOrd="1" destOrd="0" parTransId="{6F05E863-23FD-43F1-8E57-241D8D6B43F2}" sibTransId="{215FD46C-905C-4893-AE24-C6CFFF353E1A}"/>
    <dgm:cxn modelId="{8D2F95A9-CB29-4F9E-A137-40258B55D518}" type="presOf" srcId="{41884DE5-A9FE-4214-827D-8FFD9C6A835B}" destId="{CBD56AC5-840B-4BF7-94C1-B89BEEEAC1F6}" srcOrd="0" destOrd="0" presId="urn:microsoft.com/office/officeart/2005/8/layout/hList9"/>
    <dgm:cxn modelId="{D0AC01AE-B41F-4F6B-9FF2-3A6219FFAD74}" type="presOf" srcId="{FA9AA857-71CF-439F-98F4-29CE1C3D7335}" destId="{9DE8596A-C5CC-40BC-AD98-BA98A89E60C5}" srcOrd="1" destOrd="0" presId="urn:microsoft.com/office/officeart/2005/8/layout/hList9"/>
    <dgm:cxn modelId="{B52D20B3-5B2B-45FE-A0DD-525156A751BF}" type="presOf" srcId="{E173BBF1-A450-44A0-906B-53CCC17A555A}" destId="{BE986E21-ADF7-4C2F-8886-F35398077FC2}" srcOrd="0" destOrd="0" presId="urn:microsoft.com/office/officeart/2005/8/layout/hList9"/>
    <dgm:cxn modelId="{2B0175B7-920F-45AB-BC2D-49A84DCC0695}" type="presOf" srcId="{76B67E77-D8EE-4086-899D-C246E9803A9B}" destId="{C471867C-0359-4C4A-8749-1A7B3D5B1BAF}" srcOrd="0" destOrd="0" presId="urn:microsoft.com/office/officeart/2005/8/layout/hList9"/>
    <dgm:cxn modelId="{520410CE-01AD-49B8-A932-D344D07E4A06}" type="presOf" srcId="{9BE7E56A-7BF8-4CE6-A190-FA4BA64EDFF4}" destId="{75EB1244-EC93-4BB4-A3FE-B1C641575C5D}" srcOrd="0" destOrd="0" presId="urn:microsoft.com/office/officeart/2005/8/layout/hList9"/>
    <dgm:cxn modelId="{009BF5D4-F6EF-44FC-9725-E0B4F6BD06BC}" srcId="{76B67E77-D8EE-4086-899D-C246E9803A9B}" destId="{DA4C178D-796F-4F0B-B81F-D83961AEA5D7}" srcOrd="2" destOrd="0" parTransId="{21E5F023-009F-479A-8F16-AEA66CA5CAC4}" sibTransId="{C4D66350-6E40-435C-8DA3-9C5538CA58F0}"/>
    <dgm:cxn modelId="{653A65F6-BF67-468E-8ED4-32682639ECD9}" srcId="{9BE7E56A-7BF8-4CE6-A190-FA4BA64EDFF4}" destId="{41884DE5-A9FE-4214-827D-8FFD9C6A835B}" srcOrd="0" destOrd="0" parTransId="{1957C60D-5F8A-4925-A6F4-EF1EAD085E55}" sibTransId="{6CED1313-1E2D-43EC-A1BA-E39DCF80035E}"/>
    <dgm:cxn modelId="{4E3C68F3-98E7-4A51-B4C9-7A8DEDFCA5DD}" type="presParOf" srcId="{C471867C-0359-4C4A-8749-1A7B3D5B1BAF}" destId="{2D1ECBA0-535E-4C09-9B6A-5AF768330E9A}" srcOrd="0" destOrd="0" presId="urn:microsoft.com/office/officeart/2005/8/layout/hList9"/>
    <dgm:cxn modelId="{6077746E-B033-4108-9611-5807BB466070}" type="presParOf" srcId="{C471867C-0359-4C4A-8749-1A7B3D5B1BAF}" destId="{0E449F8D-B3C2-4E44-A3C1-946287FB16BF}" srcOrd="1" destOrd="0" presId="urn:microsoft.com/office/officeart/2005/8/layout/hList9"/>
    <dgm:cxn modelId="{174FA1EE-45F0-452B-95AF-DA5B65F399F8}" type="presParOf" srcId="{0E449F8D-B3C2-4E44-A3C1-946287FB16BF}" destId="{CF3A79CB-5368-413E-971F-0A0EE11FB552}" srcOrd="0" destOrd="0" presId="urn:microsoft.com/office/officeart/2005/8/layout/hList9"/>
    <dgm:cxn modelId="{DBA639D3-5690-4DCF-BBA9-8443D71FA8B9}" type="presParOf" srcId="{0E449F8D-B3C2-4E44-A3C1-946287FB16BF}" destId="{EB520146-0C36-4713-8875-B491284A6AC4}" srcOrd="1" destOrd="0" presId="urn:microsoft.com/office/officeart/2005/8/layout/hList9"/>
    <dgm:cxn modelId="{E0686686-E456-42C7-9F0C-683413DBA81E}" type="presParOf" srcId="{EB520146-0C36-4713-8875-B491284A6AC4}" destId="{CBD56AC5-840B-4BF7-94C1-B89BEEEAC1F6}" srcOrd="0" destOrd="0" presId="urn:microsoft.com/office/officeart/2005/8/layout/hList9"/>
    <dgm:cxn modelId="{2A38C868-96AB-4DDC-B614-3F5CAFA93015}" type="presParOf" srcId="{EB520146-0C36-4713-8875-B491284A6AC4}" destId="{6890AF55-011B-42C7-9028-3262549CB4AD}" srcOrd="1" destOrd="0" presId="urn:microsoft.com/office/officeart/2005/8/layout/hList9"/>
    <dgm:cxn modelId="{EB9871F2-3875-4AEB-AFE9-42E1078F564C}" type="presParOf" srcId="{0E449F8D-B3C2-4E44-A3C1-946287FB16BF}" destId="{11AB0FA3-5133-4BC6-BD7E-941A2B4E89FE}" srcOrd="2" destOrd="0" presId="urn:microsoft.com/office/officeart/2005/8/layout/hList9"/>
    <dgm:cxn modelId="{BBD5B955-4B4B-4668-8542-62FD7C63183C}" type="presParOf" srcId="{11AB0FA3-5133-4BC6-BD7E-941A2B4E89FE}" destId="{7A9D7D8A-F6B7-4596-A879-ECE8EF2A78AF}" srcOrd="0" destOrd="0" presId="urn:microsoft.com/office/officeart/2005/8/layout/hList9"/>
    <dgm:cxn modelId="{9DC80F88-7A5F-4911-BC42-704090E65EA9}" type="presParOf" srcId="{11AB0FA3-5133-4BC6-BD7E-941A2B4E89FE}" destId="{286B636C-9944-4149-BC1D-BEA1086B6417}" srcOrd="1" destOrd="0" presId="urn:microsoft.com/office/officeart/2005/8/layout/hList9"/>
    <dgm:cxn modelId="{878439A6-FFDC-4C13-A741-8CEFF8960E16}" type="presParOf" srcId="{C471867C-0359-4C4A-8749-1A7B3D5B1BAF}" destId="{5A0AA727-58A3-4D9E-A3C2-13CE193A89C5}" srcOrd="2" destOrd="0" presId="urn:microsoft.com/office/officeart/2005/8/layout/hList9"/>
    <dgm:cxn modelId="{A2A5FFC8-6F68-46D0-8DDF-0354D5691505}" type="presParOf" srcId="{C471867C-0359-4C4A-8749-1A7B3D5B1BAF}" destId="{75EB1244-EC93-4BB4-A3FE-B1C641575C5D}" srcOrd="3" destOrd="0" presId="urn:microsoft.com/office/officeart/2005/8/layout/hList9"/>
    <dgm:cxn modelId="{7DD25182-0CE2-4427-A9E6-61FC5CAE3409}" type="presParOf" srcId="{C471867C-0359-4C4A-8749-1A7B3D5B1BAF}" destId="{14D3CF93-CEC4-4FFD-86FE-2BDE6D29CA81}" srcOrd="4" destOrd="0" presId="urn:microsoft.com/office/officeart/2005/8/layout/hList9"/>
    <dgm:cxn modelId="{A8C1FC9D-E19F-4BAF-AC6E-C5010A96A5FB}" type="presParOf" srcId="{C471867C-0359-4C4A-8749-1A7B3D5B1BAF}" destId="{4EEDFB16-6C0C-4350-8A88-F8F6A1DE6FC9}" srcOrd="5" destOrd="0" presId="urn:microsoft.com/office/officeart/2005/8/layout/hList9"/>
    <dgm:cxn modelId="{40B5C38A-B159-4ECF-B250-2C1A5ABBC589}" type="presParOf" srcId="{C471867C-0359-4C4A-8749-1A7B3D5B1BAF}" destId="{DAD15F23-8E93-4C06-B237-9E44F9D765BA}" srcOrd="6" destOrd="0" presId="urn:microsoft.com/office/officeart/2005/8/layout/hList9"/>
    <dgm:cxn modelId="{D2D7F7E5-A38F-4B7A-9773-96B36F24DB5F}" type="presParOf" srcId="{DAD15F23-8E93-4C06-B237-9E44F9D765BA}" destId="{5FADE1C8-6CA1-4D39-8319-A69AEA8F2E43}" srcOrd="0" destOrd="0" presId="urn:microsoft.com/office/officeart/2005/8/layout/hList9"/>
    <dgm:cxn modelId="{09D3F5F2-9DC1-46FC-B56A-2A8BDC9C10D4}" type="presParOf" srcId="{DAD15F23-8E93-4C06-B237-9E44F9D765BA}" destId="{D5B04751-A3BF-4F66-BBC2-E689E93DFC82}" srcOrd="1" destOrd="0" presId="urn:microsoft.com/office/officeart/2005/8/layout/hList9"/>
    <dgm:cxn modelId="{19135D1A-DDE5-4C53-968A-20146975EEA3}" type="presParOf" srcId="{D5B04751-A3BF-4F66-BBC2-E689E93DFC82}" destId="{3FBB5B07-5604-4172-8E1D-357990193670}" srcOrd="0" destOrd="0" presId="urn:microsoft.com/office/officeart/2005/8/layout/hList9"/>
    <dgm:cxn modelId="{8974B489-C913-4F97-B6E0-6B5A6832ED8A}" type="presParOf" srcId="{D5B04751-A3BF-4F66-BBC2-E689E93DFC82}" destId="{9DE8596A-C5CC-40BC-AD98-BA98A89E60C5}" srcOrd="1" destOrd="0" presId="urn:microsoft.com/office/officeart/2005/8/layout/hList9"/>
    <dgm:cxn modelId="{00D37B7A-D45A-441D-A339-2A0CF9349E61}" type="presParOf" srcId="{DAD15F23-8E93-4C06-B237-9E44F9D765BA}" destId="{70E115EE-6FD2-48B2-BB3C-0571BA4B27BD}" srcOrd="2" destOrd="0" presId="urn:microsoft.com/office/officeart/2005/8/layout/hList9"/>
    <dgm:cxn modelId="{BF848C18-5013-47AC-B2AA-9CA6C2E05DB3}" type="presParOf" srcId="{70E115EE-6FD2-48B2-BB3C-0571BA4B27BD}" destId="{F8107E11-B792-4259-9CE4-A567676DBB05}" srcOrd="0" destOrd="0" presId="urn:microsoft.com/office/officeart/2005/8/layout/hList9"/>
    <dgm:cxn modelId="{74665820-7141-4629-AA86-7706DC045072}" type="presParOf" srcId="{70E115EE-6FD2-48B2-BB3C-0571BA4B27BD}" destId="{D0EDA563-A476-4894-930B-2243249CA67E}" srcOrd="1" destOrd="0" presId="urn:microsoft.com/office/officeart/2005/8/layout/hList9"/>
    <dgm:cxn modelId="{77DDB517-A4C8-489F-B10D-BFDAFFB01421}" type="presParOf" srcId="{C471867C-0359-4C4A-8749-1A7B3D5B1BAF}" destId="{E54D1C56-D1E3-46D8-9421-DF279D3CB774}" srcOrd="7" destOrd="0" presId="urn:microsoft.com/office/officeart/2005/8/layout/hList9"/>
    <dgm:cxn modelId="{74E13C61-DEC7-4414-AB73-46B09ABD84E5}" type="presParOf" srcId="{C471867C-0359-4C4A-8749-1A7B3D5B1BAF}" destId="{BE986E21-ADF7-4C2F-8886-F35398077FC2}" srcOrd="8" destOrd="0" presId="urn:microsoft.com/office/officeart/2005/8/layout/hList9"/>
    <dgm:cxn modelId="{95D0F121-131A-443F-8572-9D52ACFAFC7D}" type="presParOf" srcId="{C471867C-0359-4C4A-8749-1A7B3D5B1BAF}" destId="{AA1CC563-2B22-4225-B287-E9C60137E827}" srcOrd="9" destOrd="0" presId="urn:microsoft.com/office/officeart/2005/8/layout/hList9"/>
    <dgm:cxn modelId="{AD1E8CCF-6CA6-4AAF-B36B-27A368EB3649}" type="presParOf" srcId="{C471867C-0359-4C4A-8749-1A7B3D5B1BAF}" destId="{2C765AC0-3666-4DBE-987C-74D628E5955E}" srcOrd="10" destOrd="0" presId="urn:microsoft.com/office/officeart/2005/8/layout/hList9"/>
    <dgm:cxn modelId="{67FE0208-B10B-4CD6-BDB6-4FE68197A957}" type="presParOf" srcId="{C471867C-0359-4C4A-8749-1A7B3D5B1BAF}" destId="{E28AF7B9-318C-48CB-961D-9A491710874F}" srcOrd="11" destOrd="0" presId="urn:microsoft.com/office/officeart/2005/8/layout/hList9"/>
    <dgm:cxn modelId="{0F11EB82-8A5B-4EEF-9BF6-B3F4E3AF092E}" type="presParOf" srcId="{E28AF7B9-318C-48CB-961D-9A491710874F}" destId="{ABA6340E-8AD4-464D-9EE5-1B548D5CC4E4}" srcOrd="0" destOrd="0" presId="urn:microsoft.com/office/officeart/2005/8/layout/hList9"/>
    <dgm:cxn modelId="{BC1631DD-4BAF-4935-AEE9-763E259A2750}" type="presParOf" srcId="{E28AF7B9-318C-48CB-961D-9A491710874F}" destId="{E871FD84-3AE9-433D-9A8C-D13232277709}" srcOrd="1" destOrd="0" presId="urn:microsoft.com/office/officeart/2005/8/layout/hList9"/>
    <dgm:cxn modelId="{C54CFA27-6E3A-4ACC-A2DF-CA12129035B9}" type="presParOf" srcId="{E871FD84-3AE9-433D-9A8C-D13232277709}" destId="{9451C6A8-7036-41EE-82A0-526BE0595E51}" srcOrd="0" destOrd="0" presId="urn:microsoft.com/office/officeart/2005/8/layout/hList9"/>
    <dgm:cxn modelId="{6A61B74C-395E-4629-87C3-175E41FFCF82}" type="presParOf" srcId="{E871FD84-3AE9-433D-9A8C-D13232277709}" destId="{8ED2BDBB-B07B-4B03-98BA-772FC4820233}" srcOrd="1" destOrd="0" presId="urn:microsoft.com/office/officeart/2005/8/layout/hList9"/>
    <dgm:cxn modelId="{295CA03C-5863-4B79-ACB1-56A701373B89}" type="presParOf" srcId="{E28AF7B9-318C-48CB-961D-9A491710874F}" destId="{AA2D0B57-AEED-4882-8463-D0EC2D22F151}" srcOrd="2" destOrd="0" presId="urn:microsoft.com/office/officeart/2005/8/layout/hList9"/>
    <dgm:cxn modelId="{10F08D73-052D-4BBC-BA8E-A99DF3F19D2E}" type="presParOf" srcId="{AA2D0B57-AEED-4882-8463-D0EC2D22F151}" destId="{03607D73-C819-4270-BB26-32575CB414AD}" srcOrd="0" destOrd="0" presId="urn:microsoft.com/office/officeart/2005/8/layout/hList9"/>
    <dgm:cxn modelId="{A4226C8F-C820-41F0-BEDD-5722402F6877}" type="presParOf" srcId="{AA2D0B57-AEED-4882-8463-D0EC2D22F151}" destId="{32978527-6351-41A2-ACC4-28B58E30DE44}" srcOrd="1" destOrd="0" presId="urn:microsoft.com/office/officeart/2005/8/layout/hList9"/>
    <dgm:cxn modelId="{869CFD05-9DA1-4F90-8C8B-9359E3A761CE}" type="presParOf" srcId="{C471867C-0359-4C4A-8749-1A7B3D5B1BAF}" destId="{E2348050-5509-403D-AFCE-E3E6DECD5049}" srcOrd="12" destOrd="0" presId="urn:microsoft.com/office/officeart/2005/8/layout/hList9"/>
    <dgm:cxn modelId="{EB36A1A9-C739-43BB-998D-3F1263C44813}" type="presParOf" srcId="{C471867C-0359-4C4A-8749-1A7B3D5B1BAF}" destId="{3502FED9-302B-4203-A83E-8425FE01F281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56AC5-840B-4BF7-94C1-B89BEEEAC1F6}">
      <dsp:nvSpPr>
        <dsp:cNvPr id="0" name=""/>
        <dsp:cNvSpPr/>
      </dsp:nvSpPr>
      <dsp:spPr>
        <a:xfrm>
          <a:off x="1688773" y="356601"/>
          <a:ext cx="1335890" cy="891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Sequência</a:t>
          </a:r>
          <a:endParaRPr lang="pt-BR" sz="1500" kern="1200" dirty="0"/>
        </a:p>
      </dsp:txBody>
      <dsp:txXfrm>
        <a:off x="1902516" y="356601"/>
        <a:ext cx="1122147" cy="891038"/>
      </dsp:txXfrm>
    </dsp:sp>
    <dsp:sp modelId="{7A9D7D8A-F6B7-4596-A879-ECE8EF2A78AF}">
      <dsp:nvSpPr>
        <dsp:cNvPr id="0" name=""/>
        <dsp:cNvSpPr/>
      </dsp:nvSpPr>
      <dsp:spPr>
        <a:xfrm>
          <a:off x="1688773" y="1247640"/>
          <a:ext cx="1335890" cy="891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Passos ordenados e precisos.</a:t>
          </a:r>
        </a:p>
      </dsp:txBody>
      <dsp:txXfrm>
        <a:off x="1902516" y="1247640"/>
        <a:ext cx="1122147" cy="891038"/>
      </dsp:txXfrm>
    </dsp:sp>
    <dsp:sp modelId="{75EB1244-EC93-4BB4-A3FE-B1C641575C5D}">
      <dsp:nvSpPr>
        <dsp:cNvPr id="0" name=""/>
        <dsp:cNvSpPr/>
      </dsp:nvSpPr>
      <dsp:spPr>
        <a:xfrm>
          <a:off x="976298" y="364"/>
          <a:ext cx="890593" cy="8905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500" kern="1200" dirty="0"/>
            <a:t>1</a:t>
          </a:r>
        </a:p>
      </dsp:txBody>
      <dsp:txXfrm>
        <a:off x="1106722" y="130788"/>
        <a:ext cx="629745" cy="629745"/>
      </dsp:txXfrm>
    </dsp:sp>
    <dsp:sp modelId="{3FBB5B07-5604-4172-8E1D-357990193670}">
      <dsp:nvSpPr>
        <dsp:cNvPr id="0" name=""/>
        <dsp:cNvSpPr/>
      </dsp:nvSpPr>
      <dsp:spPr>
        <a:xfrm>
          <a:off x="3915257" y="356601"/>
          <a:ext cx="1335890" cy="891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Finitude</a:t>
          </a:r>
        </a:p>
      </dsp:txBody>
      <dsp:txXfrm>
        <a:off x="4128999" y="356601"/>
        <a:ext cx="1122147" cy="891038"/>
      </dsp:txXfrm>
    </dsp:sp>
    <dsp:sp modelId="{F8107E11-B792-4259-9CE4-A567676DBB05}">
      <dsp:nvSpPr>
        <dsp:cNvPr id="0" name=""/>
        <dsp:cNvSpPr/>
      </dsp:nvSpPr>
      <dsp:spPr>
        <a:xfrm>
          <a:off x="3915257" y="1247640"/>
          <a:ext cx="1335890" cy="891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Número definidos de passos</a:t>
          </a:r>
        </a:p>
      </dsp:txBody>
      <dsp:txXfrm>
        <a:off x="4128999" y="1247640"/>
        <a:ext cx="1122147" cy="891038"/>
      </dsp:txXfrm>
    </dsp:sp>
    <dsp:sp modelId="{BE986E21-ADF7-4C2F-8886-F35398077FC2}">
      <dsp:nvSpPr>
        <dsp:cNvPr id="0" name=""/>
        <dsp:cNvSpPr/>
      </dsp:nvSpPr>
      <dsp:spPr>
        <a:xfrm>
          <a:off x="3202782" y="364"/>
          <a:ext cx="890593" cy="8905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500" kern="1200" dirty="0"/>
            <a:t>2</a:t>
          </a:r>
        </a:p>
      </dsp:txBody>
      <dsp:txXfrm>
        <a:off x="3333206" y="130788"/>
        <a:ext cx="629745" cy="629745"/>
      </dsp:txXfrm>
    </dsp:sp>
    <dsp:sp modelId="{9451C6A8-7036-41EE-82A0-526BE0595E51}">
      <dsp:nvSpPr>
        <dsp:cNvPr id="0" name=""/>
        <dsp:cNvSpPr/>
      </dsp:nvSpPr>
      <dsp:spPr>
        <a:xfrm>
          <a:off x="6141740" y="356601"/>
          <a:ext cx="1335890" cy="891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Definição</a:t>
          </a:r>
        </a:p>
      </dsp:txBody>
      <dsp:txXfrm>
        <a:off x="6355483" y="356601"/>
        <a:ext cx="1122147" cy="891038"/>
      </dsp:txXfrm>
    </dsp:sp>
    <dsp:sp modelId="{03607D73-C819-4270-BB26-32575CB414AD}">
      <dsp:nvSpPr>
        <dsp:cNvPr id="0" name=""/>
        <dsp:cNvSpPr/>
      </dsp:nvSpPr>
      <dsp:spPr>
        <a:xfrm>
          <a:off x="6141740" y="1247640"/>
          <a:ext cx="1335890" cy="8910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6680" rIns="106680" bIns="10668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Instruções claras e não ambígua.</a:t>
          </a:r>
        </a:p>
      </dsp:txBody>
      <dsp:txXfrm>
        <a:off x="6355483" y="1247640"/>
        <a:ext cx="1122147" cy="891038"/>
      </dsp:txXfrm>
    </dsp:sp>
    <dsp:sp modelId="{3502FED9-302B-4203-A83E-8425FE01F281}">
      <dsp:nvSpPr>
        <dsp:cNvPr id="0" name=""/>
        <dsp:cNvSpPr/>
      </dsp:nvSpPr>
      <dsp:spPr>
        <a:xfrm>
          <a:off x="5429266" y="364"/>
          <a:ext cx="890593" cy="8905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500" kern="1200" dirty="0"/>
            <a:t>3</a:t>
          </a:r>
        </a:p>
      </dsp:txBody>
      <dsp:txXfrm>
        <a:off x="5559690" y="130788"/>
        <a:ext cx="629745" cy="6297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34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61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57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121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12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86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0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2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06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20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ABAD818-7708-4653-8495-0228A48B19F0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1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j22l1gIll8?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4DDC049-6A55-4515-B6DA-223AC32F4419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pic>
        <p:nvPicPr>
          <p:cNvPr id="1026" name="Picture 2" descr="ETEC IRMÃ Agostina - Classe Descentralizada CEU Vila Rubi">
            <a:extLst>
              <a:ext uri="{FF2B5EF4-FFF2-40B4-BE49-F238E27FC236}">
                <a16:creationId xmlns:a16="http://schemas.microsoft.com/office/drawing/2014/main" id="{9BB79E06-7887-40D0-EB42-8DA69D3CE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00" y="0"/>
            <a:ext cx="1694021" cy="1694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ETEC Irmã Agostina">
            <a:extLst>
              <a:ext uri="{FF2B5EF4-FFF2-40B4-BE49-F238E27FC236}">
                <a16:creationId xmlns:a16="http://schemas.microsoft.com/office/drawing/2014/main" id="{E1939EE3-C82A-EF1A-19D0-8B696ACFE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82" y="2371085"/>
            <a:ext cx="4997135" cy="277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85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91" y="749643"/>
            <a:ext cx="11604071" cy="169523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Resolução de Problemas e Lógica de Programação</a:t>
            </a:r>
            <a:br>
              <a:rPr lang="pt-BR" b="1" dirty="0"/>
            </a:br>
            <a:endParaRPr lang="pt-BR" dirty="0">
              <a:latin typeface="A-Space Black Demo" panose="02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007B03-B5E9-4C34-A767-F541DAF3FCBA}"/>
              </a:ext>
            </a:extLst>
          </p:cNvPr>
          <p:cNvSpPr txBox="1"/>
          <p:nvPr/>
        </p:nvSpPr>
        <p:spPr>
          <a:xfrm>
            <a:off x="1073791" y="1858574"/>
            <a:ext cx="99093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Bem-vindos! Nesta apresentação, exploraremos os fundamentos de algoritmos, desde a resolução de problemas até as tendências futuras. Prepare-se para uma jornada fascinante pelo mundo da programação!</a:t>
            </a:r>
            <a:r>
              <a:rPr lang="pt-BR" sz="3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3200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1C574B-D019-75E7-770A-F457045CD24E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269687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B6A44-1E9C-A9F8-0182-336FC9AE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8E5E3-D1DE-056A-6A2B-B037FB60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91" y="749643"/>
            <a:ext cx="11604071" cy="169523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Resolução de Problemas e Lógica de Programação</a:t>
            </a:r>
            <a:br>
              <a:rPr lang="pt-BR" b="1" dirty="0"/>
            </a:br>
            <a:endParaRPr lang="pt-BR" dirty="0">
              <a:latin typeface="A-Space Black Demo" panose="02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0C5575-E4CF-62B6-3CE2-587592F23553}"/>
              </a:ext>
            </a:extLst>
          </p:cNvPr>
          <p:cNvSpPr txBox="1"/>
          <p:nvPr/>
        </p:nvSpPr>
        <p:spPr>
          <a:xfrm>
            <a:off x="1073791" y="1858574"/>
            <a:ext cx="99093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programação começa com a capacidade de decompor problemas complexos em partes menores, mais fáceis de resolver. A lógica de programação é a chave para criar algoritmos eficientes e eficazes.</a:t>
            </a:r>
            <a:endParaRPr lang="pt-BR" sz="3200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9C88BA-307B-F556-4AD9-045FEAB164D2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C333B89-A7EF-6C25-538D-393D2171D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568989"/>
              </p:ext>
            </p:extLst>
          </p:nvPr>
        </p:nvGraphicFramePr>
        <p:xfrm>
          <a:off x="1615621" y="4049768"/>
          <a:ext cx="8128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361618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28020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-Space Black Demo" panose="02000500000000000000" pitchFamily="2" charset="0"/>
                          <a:ea typeface="+mj-ea"/>
                          <a:cs typeface="+mj-cs"/>
                        </a:rPr>
                        <a:t>Análise</a:t>
                      </a:r>
                      <a:endParaRPr lang="pt-BR" sz="11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-Space Black Demo" panose="02000500000000000000" pitchFamily="2" charset="0"/>
                        <a:ea typeface="+mj-ea"/>
                        <a:cs typeface="+mj-cs"/>
                      </a:endParaRPr>
                    </a:p>
                    <a:p>
                      <a:endParaRPr lang="pt-BR" sz="1100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-Space Black Demo" panose="02000500000000000000" pitchFamily="2" charset="0"/>
                        <a:ea typeface="+mj-ea"/>
                        <a:cs typeface="+mj-cs"/>
                      </a:endParaRPr>
                    </a:p>
                    <a:p>
                      <a:r>
                        <a:rPr lang="pt-BR" sz="2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Identificar o problema, definir as entradas e saídas desejadas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1" kern="1200" spc="-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-Space Black Demo" panose="02000500000000000000" pitchFamily="2" charset="0"/>
                          <a:ea typeface="+mn-ea"/>
                          <a:cs typeface="+mn-cs"/>
                        </a:rPr>
                        <a:t>Design</a:t>
                      </a:r>
                      <a:endParaRPr lang="pt-BR" sz="1050" b="1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-Space Black Demo" panose="02000500000000000000" pitchFamily="2" charset="0"/>
                        <a:ea typeface="+mn-ea"/>
                        <a:cs typeface="+mn-cs"/>
                      </a:endParaRPr>
                    </a:p>
                    <a:p>
                      <a:endParaRPr lang="pt-BR" sz="1050" b="1" kern="1200" spc="-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-Space Black Demo" panose="02000500000000000000" pitchFamily="2" charset="0"/>
                        <a:ea typeface="+mn-ea"/>
                        <a:cs typeface="+mn-cs"/>
                      </a:endParaRPr>
                    </a:p>
                    <a:p>
                      <a:r>
                        <a:rPr lang="pt-BR" sz="1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Desenvolver um plano passo a passo para alcançar a solução.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751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82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29D0C-F17E-18AA-64FE-EF091A62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833DC-7950-0618-ABAB-2FE995C49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91" y="749643"/>
            <a:ext cx="11604071" cy="169523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Conceitos Fundamentais de Algoritmos</a:t>
            </a:r>
            <a:br>
              <a:rPr lang="pt-BR" b="1" dirty="0"/>
            </a:br>
            <a:endParaRPr lang="pt-BR" dirty="0">
              <a:latin typeface="A-Space Black Demo" panose="02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CD42CD-65CA-C16F-9470-CCDAF38BEB72}"/>
              </a:ext>
            </a:extLst>
          </p:cNvPr>
          <p:cNvSpPr txBox="1"/>
          <p:nvPr/>
        </p:nvSpPr>
        <p:spPr>
          <a:xfrm>
            <a:off x="1073791" y="1858574"/>
            <a:ext cx="99093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Algoritmos são sequências finitas de instruções bem definidas, que, quando executadas, resolvem um problema específico. A eficiência de um algoritmo é medida pelo tempo e recursos que ele consome.</a:t>
            </a:r>
            <a:endParaRPr lang="pt-BR" sz="3200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036AD1-C9AF-7276-3982-4CF0AF7F86A6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1BCB97CB-8116-3FFA-A41B-80CC1E7CB0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5362696"/>
              </p:ext>
            </p:extLst>
          </p:nvPr>
        </p:nvGraphicFramePr>
        <p:xfrm>
          <a:off x="1767755" y="3981649"/>
          <a:ext cx="8453930" cy="2139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103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9DD2-481E-85B8-4E14-C1BF7ECA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D4D8D-6948-AD7D-46AB-1B56851B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91" y="749643"/>
            <a:ext cx="11604071" cy="1695239"/>
          </a:xfrm>
        </p:spPr>
        <p:txBody>
          <a:bodyPr>
            <a:normAutofit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Relação entre as partes</a:t>
            </a:r>
            <a:br>
              <a:rPr lang="pt-BR" b="1" dirty="0"/>
            </a:br>
            <a:endParaRPr lang="pt-BR" dirty="0">
              <a:latin typeface="A-Space Black Demo" panose="020005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BC6B98-6B26-2D4D-8307-9EE4A39385D0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pic>
        <p:nvPicPr>
          <p:cNvPr id="7" name="Imagem 6" descr="Gráfico, Gráfico de pizza">
            <a:extLst>
              <a:ext uri="{FF2B5EF4-FFF2-40B4-BE49-F238E27FC236}">
                <a16:creationId xmlns:a16="http://schemas.microsoft.com/office/drawing/2014/main" id="{EEC46C0D-AAE0-1121-CF7B-05D6DF81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85" y="2514219"/>
            <a:ext cx="5803370" cy="3282574"/>
          </a:xfrm>
          <a:prstGeom prst="rect">
            <a:avLst/>
          </a:prstGeom>
        </p:spPr>
      </p:pic>
      <p:pic>
        <p:nvPicPr>
          <p:cNvPr id="9" name="Imagem 8" descr="Diagrama">
            <a:extLst>
              <a:ext uri="{FF2B5EF4-FFF2-40B4-BE49-F238E27FC236}">
                <a16:creationId xmlns:a16="http://schemas.microsoft.com/office/drawing/2014/main" id="{C7C15D8F-60AD-57BD-C76C-2B51AA2BE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439" y="2607311"/>
            <a:ext cx="4594554" cy="291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6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1BD8-AB07-CD18-C89A-2291BBCD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9FCEA4F-8ED5-B6D8-84E3-1E66C6D958F9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pic>
        <p:nvPicPr>
          <p:cNvPr id="8" name="Mídia Online 7" title="O que são os algoritmos e como eles aprendem com você">
            <a:hlinkClick r:id="" action="ppaction://media"/>
            <a:extLst>
              <a:ext uri="{FF2B5EF4-FFF2-40B4-BE49-F238E27FC236}">
                <a16:creationId xmlns:a16="http://schemas.microsoft.com/office/drawing/2014/main" id="{817A11D6-6887-2349-234B-E09D3E4957B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90324" y="0"/>
            <a:ext cx="11198905" cy="632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0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1BD8-AB07-CD18-C89A-2291BBCD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9FCEA4F-8ED5-B6D8-84E3-1E66C6D958F9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415291-9F95-C493-1BF8-26137E990377}"/>
              </a:ext>
            </a:extLst>
          </p:cNvPr>
          <p:cNvSpPr txBox="1"/>
          <p:nvPr/>
        </p:nvSpPr>
        <p:spPr>
          <a:xfrm>
            <a:off x="1194027" y="476641"/>
            <a:ext cx="928891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3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-Space Black Demo" panose="02000500000000000000" pitchFamily="2" charset="0"/>
                <a:ea typeface="+mj-ea"/>
                <a:cs typeface="+mj-cs"/>
              </a:rPr>
              <a:t>Passo a passo escrito: Bolo de Baunilha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B91B9C2-C213-3F43-D8B0-5E433FA0A988}"/>
              </a:ext>
            </a:extLst>
          </p:cNvPr>
          <p:cNvSpPr txBox="1"/>
          <p:nvPr/>
        </p:nvSpPr>
        <p:spPr>
          <a:xfrm>
            <a:off x="1059656" y="1818811"/>
            <a:ext cx="100726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Pré-aqueça o forno a 180°C.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Unte uma forma com manteiga e farinha.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Em uma tigela, misture 2 xícaras de farinha de trigo, 1 xícara de açúcar, 1 colher de sopa de fermento em pó.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Adicione 3 ovos, 1/2 xícara de leite, 1/2 xícara de óleo e 1 colher de chá de essência de baunilha.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Misture bem até formar uma massa lisa e homogênea.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Despeje a massa na forma untada.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Leve ao forno e asse por 30 a 35 minutos ou até o palito sair limpo.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Retire o bolo do forno e deixe esfriar.</a:t>
            </a:r>
          </a:p>
          <a:p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Sirva o bolo.</a:t>
            </a:r>
          </a:p>
        </p:txBody>
      </p:sp>
    </p:spTree>
    <p:extLst>
      <p:ext uri="{BB962C8B-B14F-4D97-AF65-F5344CB8AC3E}">
        <p14:creationId xmlns:p14="http://schemas.microsoft.com/office/powerpoint/2010/main" val="86592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A62FE-9F94-D97C-43CD-CFB0BC85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5558486-50F6-1E13-5AEE-C03406DF89D9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CD75F8-8D84-0C98-0D6B-2BC0372A40D7}"/>
              </a:ext>
            </a:extLst>
          </p:cNvPr>
          <p:cNvSpPr txBox="1"/>
          <p:nvPr/>
        </p:nvSpPr>
        <p:spPr>
          <a:xfrm>
            <a:off x="1194027" y="476641"/>
            <a:ext cx="928891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3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-Space Black Demo" panose="02000500000000000000" pitchFamily="2" charset="0"/>
                <a:ea typeface="+mj-ea"/>
                <a:cs typeface="+mj-cs"/>
              </a:rPr>
              <a:t>Fluxo grama: Bolo de Baunilha</a:t>
            </a:r>
          </a:p>
        </p:txBody>
      </p:sp>
      <p:pic>
        <p:nvPicPr>
          <p:cNvPr id="2050" name="Picture 2" descr="Algoritmos e Estruturas de Dados - ppt carregar">
            <a:extLst>
              <a:ext uri="{FF2B5EF4-FFF2-40B4-BE49-F238E27FC236}">
                <a16:creationId xmlns:a16="http://schemas.microsoft.com/office/drawing/2014/main" id="{62CD6036-AF22-5F46-19B0-FD363AC19D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E0E0E0"/>
              </a:clrFrom>
              <a:clrTo>
                <a:srgbClr val="E0E0E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28" b="2376"/>
          <a:stretch/>
        </p:blipFill>
        <p:spPr bwMode="auto">
          <a:xfrm>
            <a:off x="2496709" y="2103125"/>
            <a:ext cx="6247075" cy="37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948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DF93-9A7E-5668-FCDD-AB26819C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4C3314C-08B8-704F-12BE-987BCF02E466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1C3931-11F8-AED2-4C49-D731C09F2137}"/>
              </a:ext>
            </a:extLst>
          </p:cNvPr>
          <p:cNvSpPr txBox="1"/>
          <p:nvPr/>
        </p:nvSpPr>
        <p:spPr>
          <a:xfrm>
            <a:off x="1130417" y="485522"/>
            <a:ext cx="981057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3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-Space Black Demo" panose="02000500000000000000" pitchFamily="2" charset="0"/>
                <a:ea typeface="+mj-ea"/>
                <a:cs typeface="+mj-cs"/>
              </a:rPr>
              <a:t>Pseudocódigo: Bolo de Baunilha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062C31-F834-115A-654F-602683328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33" y="2100077"/>
            <a:ext cx="8633534" cy="346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4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8250-7ECB-D241-4903-F7041D27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5C714-F5A3-A0C7-6B08-950760D0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91" y="236765"/>
            <a:ext cx="11604071" cy="1510392"/>
          </a:xfrm>
        </p:spPr>
        <p:txBody>
          <a:bodyPr>
            <a:noAutofit/>
          </a:bodyPr>
          <a:lstStyle/>
          <a:p>
            <a:r>
              <a:rPr lang="pt-BR" sz="4000" dirty="0"/>
              <a:t>💡 </a:t>
            </a:r>
            <a:r>
              <a:rPr lang="pt-BR" sz="4000" b="1" dirty="0"/>
              <a:t>Exercício de Algoritmo – Rotina da Manhã ☀️</a:t>
            </a:r>
            <a:endParaRPr lang="pt-BR" sz="4000" dirty="0">
              <a:latin typeface="A-Space Black Demo" panose="020005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58C63D-7732-31FA-1B7D-B34A16ED61A7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3670D5-8A10-83CA-B230-4C810E07D6EA}"/>
              </a:ext>
            </a:extLst>
          </p:cNvPr>
          <p:cNvSpPr txBox="1"/>
          <p:nvPr/>
        </p:nvSpPr>
        <p:spPr>
          <a:xfrm>
            <a:off x="1073791" y="2478652"/>
            <a:ext cx="101521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📝 Enunciado:</a:t>
            </a:r>
          </a:p>
          <a:p>
            <a:r>
              <a:rPr lang="pt-BR" sz="2400" dirty="0"/>
              <a:t>Você deverá criar um </a:t>
            </a:r>
            <a:r>
              <a:rPr lang="pt-BR" sz="2400" b="1" dirty="0"/>
              <a:t>algoritmo em linguagem natural (português)</a:t>
            </a:r>
            <a:r>
              <a:rPr lang="pt-BR" sz="2400" dirty="0"/>
              <a:t> que represente a sua rotina diária </a:t>
            </a:r>
            <a:r>
              <a:rPr lang="pt-BR" sz="2400" b="1" dirty="0"/>
              <a:t>desde o momento em que acorda até chegar ao trabalho ou à escola</a:t>
            </a:r>
            <a:r>
              <a:rPr lang="pt-BR" sz="2400" dirty="0"/>
              <a:t>.</a:t>
            </a:r>
          </a:p>
          <a:p>
            <a:pPr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63998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25BDD-6F6C-D4E3-7B3E-6E9700F0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888D8-D4B0-6325-3518-0D31B7DDE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91" y="236765"/>
            <a:ext cx="11604071" cy="1510392"/>
          </a:xfrm>
        </p:spPr>
        <p:txBody>
          <a:bodyPr>
            <a:noAutofit/>
          </a:bodyPr>
          <a:lstStyle/>
          <a:p>
            <a:r>
              <a:rPr lang="pt-BR" sz="4000" dirty="0"/>
              <a:t>🚶 Etapas esperadas:</a:t>
            </a:r>
            <a:endParaRPr lang="pt-BR" sz="4000" dirty="0">
              <a:latin typeface="A-Space Black Demo" panose="020005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F098FD-BA14-4DA3-AF8B-EAFEC21B45C3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&lt;Prof.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3B1285-86F7-9F24-58F4-3EFF41EFE33A}"/>
              </a:ext>
            </a:extLst>
          </p:cNvPr>
          <p:cNvSpPr txBox="1"/>
          <p:nvPr/>
        </p:nvSpPr>
        <p:spPr>
          <a:xfrm>
            <a:off x="914135" y="1747157"/>
            <a:ext cx="10833366" cy="447584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pt-BR" sz="1400" b="1" dirty="0"/>
              <a:t>🪜 Etapas esperadas (mais detalhadas):</a:t>
            </a:r>
          </a:p>
          <a:p>
            <a:r>
              <a:rPr lang="pt-BR" sz="1400" dirty="0"/>
              <a:t>⏰ </a:t>
            </a:r>
            <a:r>
              <a:rPr lang="pt-BR" sz="1400" b="1" dirty="0"/>
              <a:t>O alarme toca</a:t>
            </a:r>
            <a:endParaRPr lang="pt-BR" sz="1200" dirty="0"/>
          </a:p>
          <a:p>
            <a:pPr lvl="1"/>
            <a:r>
              <a:rPr lang="pt-BR" sz="1200" dirty="0"/>
              <a:t>Verificar se a pessoa acordou.</a:t>
            </a:r>
          </a:p>
          <a:p>
            <a:pPr lvl="1"/>
            <a:r>
              <a:rPr lang="pt-BR" sz="1200" dirty="0"/>
              <a:t>Se não acordar, repetir o alarme após 5 minutos (soneca).</a:t>
            </a:r>
          </a:p>
          <a:p>
            <a:r>
              <a:rPr lang="pt-BR" sz="1200" dirty="0"/>
              <a:t>🛌 </a:t>
            </a:r>
            <a:r>
              <a:rPr lang="pt-BR" sz="1200" b="1" dirty="0"/>
              <a:t>Levantar da cama</a:t>
            </a:r>
            <a:endParaRPr lang="pt-BR" sz="1200" dirty="0"/>
          </a:p>
          <a:p>
            <a:pPr lvl="1"/>
            <a:r>
              <a:rPr lang="pt-BR" sz="1200" dirty="0"/>
              <a:t>Alongar o corpo 🧘</a:t>
            </a:r>
          </a:p>
          <a:p>
            <a:pPr lvl="1"/>
            <a:r>
              <a:rPr lang="pt-BR" sz="1200" dirty="0"/>
              <a:t>Abrir a janela 🪟</a:t>
            </a:r>
          </a:p>
          <a:p>
            <a:r>
              <a:rPr lang="pt-BR" sz="1200" dirty="0"/>
              <a:t>🚽 </a:t>
            </a:r>
            <a:r>
              <a:rPr lang="pt-BR" sz="1200" b="1" dirty="0"/>
              <a:t>Ir ao banheiro</a:t>
            </a:r>
            <a:endParaRPr lang="pt-BR" sz="1200" dirty="0"/>
          </a:p>
          <a:p>
            <a:pPr lvl="1"/>
            <a:r>
              <a:rPr lang="pt-BR" sz="1200" dirty="0"/>
              <a:t>Usar o vaso sanitário 🚻</a:t>
            </a:r>
          </a:p>
          <a:p>
            <a:r>
              <a:rPr lang="pt-BR" sz="1200" dirty="0"/>
              <a:t>🚿 </a:t>
            </a:r>
            <a:r>
              <a:rPr lang="pt-BR" sz="1200" b="1" dirty="0"/>
              <a:t>Tomar banho</a:t>
            </a:r>
            <a:endParaRPr lang="pt-BR" sz="1200" dirty="0"/>
          </a:p>
          <a:p>
            <a:pPr lvl="1"/>
            <a:r>
              <a:rPr lang="pt-BR" sz="1200" dirty="0"/>
              <a:t>Lavar o corpo com sabonete 🧼</a:t>
            </a:r>
          </a:p>
          <a:p>
            <a:pPr lvl="1"/>
            <a:r>
              <a:rPr lang="pt-BR" sz="1200" dirty="0"/>
              <a:t>Enxaguar bem</a:t>
            </a:r>
          </a:p>
          <a:p>
            <a:pPr lvl="1"/>
            <a:r>
              <a:rPr lang="pt-BR" sz="1200" dirty="0"/>
              <a:t>Secar com a toalha 🧴</a:t>
            </a:r>
          </a:p>
          <a:p>
            <a:r>
              <a:rPr lang="pt-BR" sz="1200" dirty="0"/>
              <a:t>  😁</a:t>
            </a:r>
            <a:r>
              <a:rPr lang="pt-BR" sz="1200" b="1" dirty="0"/>
              <a:t>Escovar os dentes</a:t>
            </a:r>
            <a:endParaRPr lang="pt-BR" sz="1200" dirty="0"/>
          </a:p>
          <a:p>
            <a:pPr lvl="1"/>
            <a:r>
              <a:rPr lang="pt-BR" sz="1200" dirty="0"/>
              <a:t>Pegar escova e pasta</a:t>
            </a:r>
          </a:p>
          <a:p>
            <a:pPr lvl="1"/>
            <a:r>
              <a:rPr lang="pt-BR" sz="1200" dirty="0"/>
              <a:t>Escovar por 2 minutos ⏳</a:t>
            </a:r>
          </a:p>
          <a:p>
            <a:pPr lvl="1"/>
            <a:r>
              <a:rPr lang="pt-BR" sz="1200" dirty="0"/>
              <a:t>Enxaguar a boca 💦</a:t>
            </a:r>
          </a:p>
          <a:p>
            <a:r>
              <a:rPr lang="pt-BR" sz="1200" b="1" dirty="0"/>
              <a:t>  👱‍♂️ Cuidar da aparência</a:t>
            </a:r>
            <a:endParaRPr lang="pt-B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Pentear o cabelo 💇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Passar desodorante e perfume 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Verificar se está apresentável no espelho 🪞</a:t>
            </a:r>
          </a:p>
          <a:p>
            <a:r>
              <a:rPr lang="pt-BR" sz="1200" dirty="0"/>
              <a:t>👕 </a:t>
            </a:r>
            <a:r>
              <a:rPr lang="pt-BR" sz="1200" b="1" dirty="0"/>
              <a:t>Escolher a roupa</a:t>
            </a:r>
            <a:endParaRPr lang="pt-B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Verificar se o uniforme está limpo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Se </a:t>
            </a:r>
            <a:r>
              <a:rPr lang="pt-BR" sz="1200" b="1" dirty="0"/>
              <a:t>não estiver limpo</a:t>
            </a:r>
            <a:r>
              <a:rPr lang="pt-BR" sz="1200" dirty="0"/>
              <a:t>, escolher uma roupa alternativa adequada</a:t>
            </a:r>
          </a:p>
          <a:p>
            <a:r>
              <a:rPr lang="pt-BR" sz="1200" dirty="0"/>
              <a:t>🍽️ </a:t>
            </a:r>
            <a:r>
              <a:rPr lang="pt-BR" sz="1200" b="1" dirty="0"/>
              <a:t>Tomar café da manhã</a:t>
            </a:r>
            <a:endParaRPr lang="pt-B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Verificar se há comida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Preparar pão, leite ou frutas 🍞🥛🍌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Comer com calma</a:t>
            </a:r>
          </a:p>
          <a:p>
            <a:r>
              <a:rPr lang="pt-BR" sz="1200" dirty="0"/>
              <a:t>🎒 </a:t>
            </a:r>
            <a:r>
              <a:rPr lang="pt-BR" sz="1200" b="1" dirty="0"/>
              <a:t>Revisar o que levar</a:t>
            </a:r>
            <a:endParaRPr lang="pt-B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Conferir mochila ou bolsa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Levar carteira/documento 🎒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Celular e carregador 📱⚡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Chaves 🔑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Tarefas escolares (se for o caso) 📄</a:t>
            </a:r>
          </a:p>
          <a:p>
            <a:r>
              <a:rPr lang="pt-BR" sz="1200" dirty="0"/>
              <a:t>🌧️ </a:t>
            </a:r>
            <a:r>
              <a:rPr lang="pt-BR" sz="1200" b="1" dirty="0"/>
              <a:t>Verificar o tempo</a:t>
            </a:r>
            <a:endParaRPr lang="pt-B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Se estiver chovendo, levar guarda-chuva 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Se estiver frio, levar casaco 🧥</a:t>
            </a:r>
          </a:p>
          <a:p>
            <a:r>
              <a:rPr lang="pt-BR" sz="1200" dirty="0"/>
              <a:t>🚌 </a:t>
            </a:r>
            <a:r>
              <a:rPr lang="pt-BR" sz="1200" b="1" dirty="0"/>
              <a:t>Ir para o ponto</a:t>
            </a:r>
            <a:endParaRPr lang="pt-B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Verificar o horário do ônibus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200" dirty="0"/>
              <a:t>Se perder o ônibus, chamar transporte por app 🚗</a:t>
            </a:r>
          </a:p>
        </p:txBody>
      </p:sp>
    </p:spTree>
    <p:extLst>
      <p:ext uri="{BB962C8B-B14F-4D97-AF65-F5344CB8AC3E}">
        <p14:creationId xmlns:p14="http://schemas.microsoft.com/office/powerpoint/2010/main" val="17984668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641</TotalTime>
  <Words>631</Words>
  <Application>Microsoft Office PowerPoint</Application>
  <PresentationFormat>Widescreen</PresentationFormat>
  <Paragraphs>89</Paragraphs>
  <Slides>11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A-Space Black Demo</vt:lpstr>
      <vt:lpstr>Calibri</vt:lpstr>
      <vt:lpstr>Calibri Light</vt:lpstr>
      <vt:lpstr>Retrospectiva</vt:lpstr>
      <vt:lpstr>Apresentação do PowerPoint</vt:lpstr>
      <vt:lpstr>Resolução de Problemas e Lógica de Programação </vt:lpstr>
      <vt:lpstr>Resolução de Problemas e Lógica de Programação </vt:lpstr>
      <vt:lpstr>Conceitos Fundamentais de Algoritmos </vt:lpstr>
      <vt:lpstr>Relação entre as partes </vt:lpstr>
      <vt:lpstr>Apresentação do PowerPoint</vt:lpstr>
      <vt:lpstr>Apresentação do PowerPoint</vt:lpstr>
      <vt:lpstr>Apresentação do PowerPoint</vt:lpstr>
      <vt:lpstr>Apresentação do PowerPoint</vt:lpstr>
      <vt:lpstr>💡 Exercício de Algoritmo – Rotina da Manhã ☀️</vt:lpstr>
      <vt:lpstr>🚶 Etapas esperadas: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BARBOSA VITORIO</dc:creator>
  <cp:lastModifiedBy>ALESSANDRO BARBOSA VITÓRIO</cp:lastModifiedBy>
  <cp:revision>17</cp:revision>
  <dcterms:created xsi:type="dcterms:W3CDTF">2022-04-14T03:01:54Z</dcterms:created>
  <dcterms:modified xsi:type="dcterms:W3CDTF">2026-02-11T02:45:36Z</dcterms:modified>
</cp:coreProperties>
</file>